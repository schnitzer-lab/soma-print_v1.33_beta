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1664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0FF"/>
    <a:srgbClr val="521B93"/>
    <a:srgbClr val="00FA00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629" autoAdjust="0"/>
    <p:restoredTop sz="96197"/>
  </p:normalViewPr>
  <p:slideViewPr>
    <p:cSldViewPr snapToGrid="0">
      <p:cViewPr varScale="1">
        <p:scale>
          <a:sx n="121" d="100"/>
          <a:sy n="121" d="100"/>
        </p:scale>
        <p:origin x="1949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A98C02-9870-2848-A999-74C0355A0988}" type="datetimeFigureOut">
              <a:rPr lang="en-CN" smtClean="0"/>
              <a:t>08/19/2026</a:t>
            </a:fld>
            <a:endParaRPr lang="en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2DFDB3-C1C9-B345-B353-F51BA80BAD3A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1773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100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1235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6617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1256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676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219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7289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6104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307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3233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72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A2B855-D455-ED4B-83E4-21BDE7B0E420}" type="datetimeFigureOut">
              <a:rPr lang="en-US" smtClean="0"/>
              <a:t>8/19/2026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382C62-EF27-5344-A702-D60E7AACAB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679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Box 44">
            <a:extLst>
              <a:ext uri="{FF2B5EF4-FFF2-40B4-BE49-F238E27FC236}">
                <a16:creationId xmlns:a16="http://schemas.microsoft.com/office/drawing/2014/main" id="{CBC4EF8D-58E0-B42D-A6EE-4C06A25AB4AA}"/>
              </a:ext>
            </a:extLst>
          </p:cNvPr>
          <p:cNvSpPr txBox="1"/>
          <p:nvPr/>
        </p:nvSpPr>
        <p:spPr>
          <a:xfrm>
            <a:off x="3748763" y="2328027"/>
            <a:ext cx="174759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</a:t>
            </a:r>
            <a:r>
              <a:rPr lang="en-US" sz="1600" dirty="0">
                <a:solidFill>
                  <a:srgbClr val="00B050"/>
                </a:solidFill>
              </a:rPr>
              <a:t>o</a:t>
            </a:r>
            <a:r>
              <a:rPr lang="en-US" sz="1600" dirty="0">
                <a:solidFill>
                  <a:srgbClr val="FF40FF"/>
                </a:solidFill>
              </a:rPr>
              <a:t>m</a:t>
            </a:r>
            <a:r>
              <a:rPr lang="en-US" sz="1600" dirty="0">
                <a:solidFill>
                  <a:schemeClr val="bg1"/>
                </a:solidFill>
              </a:rPr>
              <a:t>a-</a:t>
            </a:r>
            <a:r>
              <a:rPr lang="en-US" sz="1600" dirty="0">
                <a:solidFill>
                  <a:srgbClr val="00B050"/>
                </a:solidFill>
              </a:rPr>
              <a:t>p</a:t>
            </a:r>
            <a:r>
              <a:rPr lang="en-US" sz="1600" dirty="0">
                <a:solidFill>
                  <a:srgbClr val="FF40FF"/>
                </a:solidFill>
              </a:rPr>
              <a:t>r</a:t>
            </a:r>
            <a:r>
              <a:rPr lang="en-US" sz="1600" dirty="0">
                <a:solidFill>
                  <a:schemeClr val="bg1"/>
                </a:solidFill>
              </a:rPr>
              <a:t>int v1.34</a:t>
            </a:r>
            <a:endParaRPr lang="en-CN" sz="1200" dirty="0">
              <a:solidFill>
                <a:schemeClr val="bg1"/>
              </a:solidFill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3D14E3E3-3E1B-93C9-814E-25E31D6B2F3D}"/>
              </a:ext>
            </a:extLst>
          </p:cNvPr>
          <p:cNvCxnSpPr>
            <a:cxnSpLocks/>
          </p:cNvCxnSpPr>
          <p:nvPr/>
        </p:nvCxnSpPr>
        <p:spPr>
          <a:xfrm flipH="1" flipV="1">
            <a:off x="3980787" y="3122426"/>
            <a:ext cx="637953" cy="299666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462F948-B45A-7D7D-2BC1-5526C98CACE2}"/>
              </a:ext>
            </a:extLst>
          </p:cNvPr>
          <p:cNvCxnSpPr>
            <a:cxnSpLocks/>
          </p:cNvCxnSpPr>
          <p:nvPr/>
        </p:nvCxnSpPr>
        <p:spPr>
          <a:xfrm flipV="1">
            <a:off x="4610924" y="3024551"/>
            <a:ext cx="563745" cy="392036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201C81F-75A2-0F9B-A8B6-FDD8293054DE}"/>
              </a:ext>
            </a:extLst>
          </p:cNvPr>
          <p:cNvCxnSpPr>
            <a:cxnSpLocks/>
          </p:cNvCxnSpPr>
          <p:nvPr/>
        </p:nvCxnSpPr>
        <p:spPr>
          <a:xfrm>
            <a:off x="4590015" y="3423108"/>
            <a:ext cx="536510" cy="273954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4770A427-9FCB-250B-E419-AAE8247E691C}"/>
              </a:ext>
            </a:extLst>
          </p:cNvPr>
          <p:cNvCxnSpPr>
            <a:cxnSpLocks/>
          </p:cNvCxnSpPr>
          <p:nvPr/>
        </p:nvCxnSpPr>
        <p:spPr>
          <a:xfrm>
            <a:off x="4610924" y="3414959"/>
            <a:ext cx="127362" cy="576172"/>
          </a:xfrm>
          <a:prstGeom prst="straightConnector1">
            <a:avLst/>
          </a:prstGeom>
          <a:ln w="19050">
            <a:solidFill>
              <a:schemeClr val="bg1"/>
            </a:solidFill>
            <a:headEnd type="stealth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1EEB0D1-30DB-BD54-9DE1-DC1B84FBFEF3}"/>
              </a:ext>
            </a:extLst>
          </p:cNvPr>
          <p:cNvCxnSpPr>
            <a:cxnSpLocks/>
          </p:cNvCxnSpPr>
          <p:nvPr/>
        </p:nvCxnSpPr>
        <p:spPr>
          <a:xfrm flipH="1" flipV="1">
            <a:off x="4426409" y="2753530"/>
            <a:ext cx="218170" cy="722055"/>
          </a:xfrm>
          <a:prstGeom prst="straightConnector1">
            <a:avLst/>
          </a:prstGeom>
          <a:ln w="19050">
            <a:solidFill>
              <a:schemeClr val="bg1"/>
            </a:solidFill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7BC7DEE-AACF-C0E6-7D62-C8AFC6628A18}"/>
              </a:ext>
            </a:extLst>
          </p:cNvPr>
          <p:cNvCxnSpPr>
            <a:cxnSpLocks/>
          </p:cNvCxnSpPr>
          <p:nvPr/>
        </p:nvCxnSpPr>
        <p:spPr>
          <a:xfrm flipH="1">
            <a:off x="4355897" y="3440491"/>
            <a:ext cx="266663" cy="205962"/>
          </a:xfrm>
          <a:prstGeom prst="straightConnector1">
            <a:avLst/>
          </a:prstGeom>
          <a:ln w="19050">
            <a:solidFill>
              <a:schemeClr val="bg1"/>
            </a:solidFill>
            <a:headEnd type="stealth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133A0B-DBD8-3936-A607-DF9A20198674}"/>
              </a:ext>
            </a:extLst>
          </p:cNvPr>
          <p:cNvCxnSpPr>
            <a:cxnSpLocks/>
          </p:cNvCxnSpPr>
          <p:nvPr/>
        </p:nvCxnSpPr>
        <p:spPr>
          <a:xfrm flipH="1">
            <a:off x="4240171" y="3414270"/>
            <a:ext cx="403437" cy="475943"/>
          </a:xfrm>
          <a:prstGeom prst="straightConnector1">
            <a:avLst/>
          </a:prstGeom>
          <a:ln w="19050">
            <a:solidFill>
              <a:schemeClr val="bg1"/>
            </a:solidFill>
            <a:headEnd type="stealth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8034F15-B573-B8BD-50FF-9E2749E4DAAE}"/>
              </a:ext>
            </a:extLst>
          </p:cNvPr>
          <p:cNvCxnSpPr>
            <a:cxnSpLocks/>
          </p:cNvCxnSpPr>
          <p:nvPr/>
        </p:nvCxnSpPr>
        <p:spPr>
          <a:xfrm flipH="1" flipV="1">
            <a:off x="4296667" y="3312115"/>
            <a:ext cx="322073" cy="122871"/>
          </a:xfrm>
          <a:prstGeom prst="straightConnector1">
            <a:avLst/>
          </a:prstGeom>
          <a:ln w="19050">
            <a:solidFill>
              <a:schemeClr val="bg1"/>
            </a:solidFill>
            <a:headEnd type="stealth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01341FA-5051-4FC1-0BD3-6159353C4A61}"/>
              </a:ext>
            </a:extLst>
          </p:cNvPr>
          <p:cNvCxnSpPr>
            <a:cxnSpLocks/>
          </p:cNvCxnSpPr>
          <p:nvPr/>
        </p:nvCxnSpPr>
        <p:spPr>
          <a:xfrm>
            <a:off x="3923173" y="3429000"/>
            <a:ext cx="1456679" cy="0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E075D5A-9140-EE19-86A5-C734CEFEB86D}"/>
              </a:ext>
            </a:extLst>
          </p:cNvPr>
          <p:cNvCxnSpPr>
            <a:cxnSpLocks/>
          </p:cNvCxnSpPr>
          <p:nvPr/>
        </p:nvCxnSpPr>
        <p:spPr>
          <a:xfrm flipH="1" flipV="1">
            <a:off x="4609204" y="2695564"/>
            <a:ext cx="9536" cy="1440746"/>
          </a:xfrm>
          <a:prstGeom prst="line">
            <a:avLst/>
          </a:prstGeom>
          <a:ln w="19050">
            <a:solidFill>
              <a:schemeClr val="bg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5802C6CC-5A9A-F2F7-3FF8-8CEE7D8B5FA8}"/>
              </a:ext>
            </a:extLst>
          </p:cNvPr>
          <p:cNvSpPr/>
          <p:nvPr/>
        </p:nvSpPr>
        <p:spPr>
          <a:xfrm>
            <a:off x="4538899" y="3339980"/>
            <a:ext cx="167393" cy="167393"/>
          </a:xfrm>
          <a:prstGeom prst="ellipse">
            <a:avLst/>
          </a:prstGeom>
          <a:solidFill>
            <a:schemeClr val="bg1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N" dirty="0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87BD1DF-7F6E-DC13-BB7B-1881DBB29D62}"/>
              </a:ext>
            </a:extLst>
          </p:cNvPr>
          <p:cNvCxnSpPr>
            <a:cxnSpLocks/>
          </p:cNvCxnSpPr>
          <p:nvPr/>
        </p:nvCxnSpPr>
        <p:spPr>
          <a:xfrm flipH="1" flipV="1">
            <a:off x="4191680" y="3369107"/>
            <a:ext cx="424022" cy="67340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04C9AC8-9672-83AB-1C25-48C91CE3CE48}"/>
              </a:ext>
            </a:extLst>
          </p:cNvPr>
          <p:cNvCxnSpPr>
            <a:cxnSpLocks/>
          </p:cNvCxnSpPr>
          <p:nvPr/>
        </p:nvCxnSpPr>
        <p:spPr>
          <a:xfrm>
            <a:off x="4596747" y="3417712"/>
            <a:ext cx="334835" cy="353640"/>
          </a:xfrm>
          <a:prstGeom prst="straightConnector1">
            <a:avLst/>
          </a:prstGeom>
          <a:ln w="19050">
            <a:solidFill>
              <a:schemeClr val="bg1"/>
            </a:solidFill>
            <a:headEnd type="none" w="med" len="med"/>
            <a:tailEnd type="stealth" w="lg" len="lg"/>
          </a:ln>
          <a:effectLst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0FAF789-73B2-0C95-D9F4-CD1908EE8BCF}"/>
              </a:ext>
            </a:extLst>
          </p:cNvPr>
          <p:cNvSpPr txBox="1"/>
          <p:nvPr/>
        </p:nvSpPr>
        <p:spPr>
          <a:xfrm>
            <a:off x="1100517" y="33096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C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7D4F07-41F8-5D3E-0694-FB582E8FE278}"/>
              </a:ext>
            </a:extLst>
          </p:cNvPr>
          <p:cNvSpPr txBox="1"/>
          <p:nvPr/>
        </p:nvSpPr>
        <p:spPr>
          <a:xfrm>
            <a:off x="4630701" y="3963207"/>
            <a:ext cx="95891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>
                <a:solidFill>
                  <a:schemeClr val="bg1"/>
                </a:solidFill>
              </a:rPr>
              <a:t>- Aug 2026 -</a:t>
            </a:r>
            <a:endParaRPr lang="en-CN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5833474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20208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Default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Xiaochen Sun</dc:creator>
  <cp:lastModifiedBy>Lun Wang</cp:lastModifiedBy>
  <cp:revision>208</cp:revision>
  <dcterms:created xsi:type="dcterms:W3CDTF">2026-01-13T23:19:46Z</dcterms:created>
  <dcterms:modified xsi:type="dcterms:W3CDTF">2026-08-20T05:00:41Z</dcterms:modified>
</cp:coreProperties>
</file>